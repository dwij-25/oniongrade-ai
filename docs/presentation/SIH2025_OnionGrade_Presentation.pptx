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INDIA HACKATHON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TITLE PAGE</a:t>
            </a:r>
          </a:p>
          <a:p/>
          <a:p>
            <a:r>
              <a:t>• Problem Statement ID: [Enter your PS ID, e.g., 1643]</a:t>
            </a:r>
          </a:p>
          <a:p>
            <a:r>
              <a:t>• Problem Statement Title: Autonomous Onion Quality Grading for Mandi Transparency</a:t>
            </a:r>
          </a:p>
          <a:p>
            <a:r>
              <a:t>• Theme: Agriculture, FoodTech &amp; Rural Development</a:t>
            </a:r>
          </a:p>
          <a:p>
            <a:r>
              <a:t>• PS Category: Software</a:t>
            </a:r>
          </a:p>
          <a:p>
            <a:r>
              <a:t>• Team ID: [Enter your Team ID]</a:t>
            </a:r>
          </a:p>
          <a:p>
            <a:r>
              <a:t>• Team Name: [Enter 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OnionGrade AI: Digital Mandi Grading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it addresses the Problem</a:t>
            </a:r>
          </a:p>
          <a:p>
            <a:pPr lvl="1"/>
            <a:r>
              <a:t>Provides a rapid, objective, and transparent optical grading platform for onions at APMC mandis. It eliminates manual assessment, ensures fair MSP payouts based on DoCA standards, and prevents spoilage by detecting early rot.</a:t>
            </a:r>
          </a:p>
          <a:p>
            <a:pPr/>
            <a:r>
              <a:t>Innovation &amp; Uniqueness</a:t>
            </a:r>
          </a:p>
          <a:p>
            <a:pPr lvl="1"/>
            <a:r>
              <a:t>Dual-engine architecture: a lightweight Edge CV model for instant contour sizing without cloud latency, and Gemini Multimodal Vision AI for deep pathology and rot detection. Integrates a role-based privacy model to protect farmer data.</a:t>
            </a:r>
          </a:p>
          <a:p>
            <a:pPr/>
            <a:r>
              <a:t>Prototype Overview</a:t>
            </a:r>
          </a:p>
          <a:p>
            <a:pPr lvl="1"/>
            <a:r>
              <a:t>A responsive web and mobile application with dedicated workspaces for Farmers, Traders, Procurement Officers, and DoCA officials. Features 120ms edge inference, Hindi/English support, and automated e-weighbridge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Flow &amp; Dashboards</a:t>
            </a:r>
          </a:p>
          <a:p>
            <a:pPr lvl="1"/>
            <a:r>
              <a:t>Farmer/Retailer: Login with OTP -&gt; View own lots / browse anonymized market data.</a:t>
            </a:r>
          </a:p>
          <a:p>
            <a:pPr lvl="1"/>
            <a:r>
              <a:t>APMC Officer/DoCA: Login with ID -&gt; Process queue, macro analytics, dispute resolution.</a:t>
            </a:r>
          </a:p>
          <a:p>
            <a:pPr/>
            <a:r>
              <a:t>Tech Stack</a:t>
            </a:r>
          </a:p>
          <a:p>
            <a:pPr lvl="1"/>
            <a:r>
              <a:t>Frontend: React.js, Tailwind CSS</a:t>
            </a:r>
          </a:p>
          <a:p>
            <a:pPr lvl="1"/>
            <a:r>
              <a:t>AI/Vision: TensorFlow.js (Edge Sizing), Google Gemini 3.6 Multimodal Vision (Cloud Pathology)</a:t>
            </a:r>
          </a:p>
          <a:p>
            <a:pPr lvl="1"/>
            <a:r>
              <a:t>Backend/Database: Node.js, Express, PostgreSQL/MongoDB</a:t>
            </a:r>
          </a:p>
          <a:p>
            <a:pPr lvl="1"/>
            <a:r>
              <a:t>Deployment &amp; Security: Vercel/AWS, End-to-end encryption, Role-Based Access Control (RBAC)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and Economic Viability</a:t>
            </a:r>
          </a:p>
          <a:p>
            <a:pPr lvl="1"/>
            <a:r>
              <a:t>High demand for fair agricultural pricing. Open-source edge AI and cloud-light architecture keeps infrastructure costs low.</a:t>
            </a:r>
          </a:p>
          <a:p>
            <a:pPr/>
            <a:r>
              <a:t>Technical Feasibility</a:t>
            </a:r>
          </a:p>
          <a:p>
            <a:pPr lvl="1"/>
            <a:r>
              <a:t>Core technologies are robust. Hybrid edge-cloud approach ensures it works even in low-bandwidth rural mandis by doing basic sizing locally.</a:t>
            </a:r>
          </a:p>
          <a:p>
            <a:pPr/>
            <a:r>
              <a:t>Operational Feasibility</a:t>
            </a:r>
          </a:p>
          <a:p>
            <a:pPr lvl="1"/>
            <a:r>
              <a:t>Role-specific minimal UIs (e.g., 'One big button' for farmers) ensure high adoption. Multi-lingual support breaks down language barriers.</a:t>
            </a:r>
          </a:p>
          <a:p>
            <a:pPr/>
            <a:r>
              <a:t>Positive Impact &amp; Risk Mitigation</a:t>
            </a:r>
          </a:p>
          <a:p>
            <a:pPr lvl="1"/>
            <a:r>
              <a:t>Ensures fair compensation and reduces the ₹480 Cr annual buffer spoilage. Risks (AI errors) mitigated via manual calibration overrides.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Fair Pricing (MSP): Objective grading removes intermediary exploitation.</a:t>
            </a:r>
          </a:p>
          <a:p>
            <a:r>
              <a:t>Spoilage Reduction: Early detection of black mold prevents stock contamination.</a:t>
            </a:r>
          </a:p>
          <a:p>
            <a:r>
              <a:t>Traceability: Immutable digital e-lots replace paper slips, ensuring full audit trails.</a:t>
            </a:r>
          </a:p>
          <a:p>
            <a:r>
              <a:t>Data Privacy: Role-based access ensures farmers' personal data isn't leaked to traders.</a:t>
            </a:r>
          </a:p>
          <a:p>
            <a:r>
              <a:t>Multilinguality: Hindi support ensures accessibility for local farmers.</a:t>
            </a:r>
          </a:p>
          <a:p>
            <a:r>
              <a:t>Zero Latency Edge AI: 120ms inference time keeps mandi queues moving fast.</a:t>
            </a:r>
          </a:p>
          <a:p>
            <a:r>
              <a:t>Macro Analytics: DoCA gets real-time dashboards on national quality trends.</a:t>
            </a:r>
          </a:p>
          <a:p>
            <a:r>
              <a:t>Dispute Resolution: Built-in mechanism to challenge grades with visual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Department of Consumer Affairs (DoCA) - Onion Quality Standards (2024)</a:t>
            </a:r>
          </a:p>
          <a:p>
            <a:r>
              <a:t>Google Gemini Multimodal AI Documentation - Vision API (2024)</a:t>
            </a:r>
          </a:p>
          <a:p>
            <a:r>
              <a:t>React &amp; Tailwind CSS - Frontend Architecture Patterns</a:t>
            </a:r>
          </a:p>
          <a:p>
            <a:r>
              <a:t>Computer Vision in Agriculture: Grading and Sorting - Academic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